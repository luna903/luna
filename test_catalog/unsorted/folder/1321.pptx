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9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395605"/>
            <a:ext cx="9799320" cy="1511935"/>
          </a:xfrm>
          <a:ln w="12700" cap="flat" cmpd="sng" algn="ctr">
            <a:noFill/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r>
              <a:rPr lang="en-US" altLang="en-US">
                <a:ln w="15875">
                  <a:noFill/>
                </a:ln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Мои</a:t>
            </a:r>
            <a:r>
              <a:rPr lang="en-US" altLang="zh-CN">
                <a:ln w="15875">
                  <a:noFill/>
                </a:ln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 </a:t>
            </a:r>
            <a:r>
              <a:rPr lang="en-US" altLang="en-US">
                <a:ln w="15875">
                  <a:noFill/>
                </a:ln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любимые</a:t>
            </a:r>
            <a:r>
              <a:rPr lang="en-US" altLang="zh-CN">
                <a:ln w="15875">
                  <a:noFill/>
                </a:ln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 </a:t>
            </a:r>
            <a:r>
              <a:rPr lang="en-US" altLang="en-US">
                <a:ln w="15875">
                  <a:noFill/>
                </a:ln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фото</a:t>
            </a:r>
            <a:endParaRPr lang="en-US" altLang="en-US">
              <a:ln w="15875">
                <a:noFill/>
              </a:ln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40000"/>
          </a:bodyPr>
          <a:p>
            <a:r>
              <a:rPr lang="en-US" altLang="en-US" sz="6000" spc="3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Чжао Сюэфань</a:t>
            </a:r>
            <a:endParaRPr lang="en-US" altLang="en-US" sz="6000" spc="3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  <a:p>
            <a:r>
              <a:rPr lang="en-US" altLang="en-US" sz="6000" spc="30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Институт прикладной математики и компьютерных наук, 932528</a:t>
            </a:r>
            <a:endParaRPr lang="en-US" altLang="en-US" sz="6000" spc="300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300990"/>
            <a:ext cx="10968990" cy="1012825"/>
          </a:xfrm>
        </p:spPr>
        <p:txBody>
          <a:bodyPr/>
          <a:p>
            <a:r>
              <a:rPr lang="en-US" altLang="en-US"/>
              <a:t>Город</a:t>
            </a:r>
            <a:r>
              <a:rPr lang="en-US" altLang="zh-CN"/>
              <a:t>, </a:t>
            </a:r>
            <a:r>
              <a:rPr lang="en-US" altLang="en-US"/>
              <a:t>где</a:t>
            </a:r>
            <a:r>
              <a:rPr lang="en-US" altLang="zh-CN"/>
              <a:t> </a:t>
            </a:r>
            <a:r>
              <a:rPr lang="en-US" altLang="en-US"/>
              <a:t>я</a:t>
            </a:r>
            <a:r>
              <a:rPr lang="en-US" altLang="zh-CN"/>
              <a:t> </a:t>
            </a:r>
            <a:r>
              <a:rPr lang="en-US" altLang="en-US"/>
              <a:t>работаю</a:t>
            </a:r>
            <a:r>
              <a:rPr lang="en-US" altLang="zh-CN"/>
              <a:t> - </a:t>
            </a:r>
            <a:r>
              <a:rPr lang="en-US" altLang="en-US"/>
              <a:t>Иу</a:t>
            </a:r>
            <a:endParaRPr lang="en-US" altLang="en-US"/>
          </a:p>
        </p:txBody>
      </p:sp>
      <p:pic>
        <p:nvPicPr>
          <p:cNvPr id="4" name="图片 3" descr="1b08d92ab08ade3940d551dd905d66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" y="1490345"/>
            <a:ext cx="4154170" cy="3114675"/>
          </a:xfrm>
          <a:prstGeom prst="rect">
            <a:avLst/>
          </a:prstGeom>
        </p:spPr>
      </p:pic>
      <p:pic>
        <p:nvPicPr>
          <p:cNvPr id="5" name="图片 4" descr="dbc3bfa5c273a6d2d22fb61719c4276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80" y="381000"/>
            <a:ext cx="4198620" cy="3147695"/>
          </a:xfrm>
          <a:prstGeom prst="rect">
            <a:avLst/>
          </a:prstGeom>
        </p:spPr>
      </p:pic>
      <p:pic>
        <p:nvPicPr>
          <p:cNvPr id="6" name="图片 5" descr="d2d179e7418e8b900f48700709cabd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935" y="3528695"/>
            <a:ext cx="4499610" cy="32918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275590"/>
            <a:ext cx="10968990" cy="1038225"/>
          </a:xfrm>
        </p:spPr>
        <p:txBody>
          <a:bodyPr>
            <a:normAutofit fontScale="90000"/>
          </a:bodyPr>
          <a:p>
            <a:r>
              <a:rPr lang="en-US" altLang="en-US"/>
              <a:t>Моя</a:t>
            </a:r>
            <a:r>
              <a:rPr lang="en-US" altLang="zh-CN"/>
              <a:t> </a:t>
            </a:r>
            <a:r>
              <a:rPr lang="en-US" altLang="en-US"/>
              <a:t>туристическая</a:t>
            </a:r>
            <a:r>
              <a:rPr lang="en-US" altLang="zh-CN"/>
              <a:t> </a:t>
            </a:r>
            <a:r>
              <a:rPr lang="en-US" altLang="en-US"/>
              <a:t>достопримечательность</a:t>
            </a:r>
            <a:r>
              <a:rPr lang="en-US" altLang="zh-CN"/>
              <a:t> - </a:t>
            </a:r>
            <a:r>
              <a:rPr lang="en-US" altLang="en-US"/>
              <a:t>Хуаншань</a:t>
            </a:r>
            <a:endParaRPr lang="en-US" altLang="en-US"/>
          </a:p>
        </p:txBody>
      </p:sp>
      <p:pic>
        <p:nvPicPr>
          <p:cNvPr id="4" name="图片 3" descr="d268fe65cc721cd0b461f2170daa7f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" y="1372870"/>
            <a:ext cx="3810635" cy="2858135"/>
          </a:xfrm>
          <a:prstGeom prst="rect">
            <a:avLst/>
          </a:prstGeom>
        </p:spPr>
      </p:pic>
      <p:pic>
        <p:nvPicPr>
          <p:cNvPr id="5" name="图片 4" descr="47b3bd4c23c218c7212420be1e3bd14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220" y="1372870"/>
            <a:ext cx="4402455" cy="2477135"/>
          </a:xfrm>
          <a:prstGeom prst="rect">
            <a:avLst/>
          </a:prstGeom>
        </p:spPr>
      </p:pic>
      <p:pic>
        <p:nvPicPr>
          <p:cNvPr id="6" name="图片 5" descr="943dbce4e4c00a459cd19b99733fd30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220" y="3850005"/>
            <a:ext cx="4113530" cy="3084195"/>
          </a:xfrm>
          <a:prstGeom prst="rect">
            <a:avLst/>
          </a:prstGeom>
        </p:spPr>
      </p:pic>
      <p:pic>
        <p:nvPicPr>
          <p:cNvPr id="7" name="图片 6" descr="597bc63ee576b4b5c193a8fd89e3b0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750" y="1313815"/>
            <a:ext cx="3856990" cy="514477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WPS 演示</Application>
  <PresentationFormat>宽屏</PresentationFormat>
  <Paragraphs>9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Bahnschrift</vt:lpstr>
      <vt:lpstr>Bahnschrift SemiLight Condensed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淮海</cp:lastModifiedBy>
  <cp:revision>157</cp:revision>
  <dcterms:created xsi:type="dcterms:W3CDTF">2019-06-19T02:08:00Z</dcterms:created>
  <dcterms:modified xsi:type="dcterms:W3CDTF">2025-10-21T18:36:09Z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F82CC0C2F18F473C88FB1718B1AD791B_11</vt:lpwstr>
  </property>
</Properties>
</file>